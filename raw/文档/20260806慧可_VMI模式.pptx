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50" d="100"/>
          <a:sy n="150" d="100"/>
        </p:scale>
        <p:origin x="456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供应链三道防线_封面_20260806_1641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A31CC873-E20C-C091-EB99-D5A7FE7B19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0DC77183-912E-18C2-4EFD-616B13D0D4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3AFB1240-9B75-2CD8-CA41-32A5B2826745}"/>
              </a:ext>
            </a:extLst>
          </p:cNvPr>
          <p:cNvSpPr txBox="1"/>
          <p:nvPr/>
        </p:nvSpPr>
        <p:spPr>
          <a:xfrm>
            <a:off x="5137150" y="1479550"/>
            <a:ext cx="6468437" cy="8890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简析：做多错多，自然能不做就不做（天生趋向眼睛看得到成果的工作领域）。</a:t>
            </a:r>
          </a:p>
          <a:p>
            <a:pPr>
              <a:lnSpc>
                <a:spcPct val="2000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根因：公司越大，企业中的利益分配越难处理此类问题。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2E8DDDB-ABE7-FEB0-479C-DB08B9783237}"/>
              </a:ext>
            </a:extLst>
          </p:cNvPr>
          <p:cNvSpPr txBox="1"/>
          <p:nvPr/>
        </p:nvSpPr>
        <p:spPr>
          <a:xfrm>
            <a:off x="5137151" y="3048000"/>
            <a:ext cx="6711950" cy="1319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简析：基础数据工作是“本份”工作，“投入产出比”差，粗放管理满足一般打工人的定位。</a:t>
            </a:r>
          </a:p>
          <a:p>
            <a:pPr>
              <a:lnSpc>
                <a:spcPct val="2000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根因：公司越大，企业中的利益分配越难处理此类问题。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7231E7F-0C24-C857-4F98-C9F2B8118D45}"/>
              </a:ext>
            </a:extLst>
          </p:cNvPr>
          <p:cNvSpPr txBox="1"/>
          <p:nvPr/>
        </p:nvSpPr>
        <p:spPr>
          <a:xfrm>
            <a:off x="5137151" y="4762500"/>
            <a:ext cx="6820884" cy="1750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简析：流程不成型、有系统但是系统功能使用不充分。</a:t>
            </a:r>
          </a:p>
          <a:p>
            <a:pPr>
              <a:lnSpc>
                <a:spcPct val="2000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再析：流程与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IT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优化往往涉及跨职能协调，正如古代王朝一样，固守现状“苦一苦百姓”往往是庸俗的最优解。</a:t>
            </a:r>
          </a:p>
          <a:p>
            <a:pPr>
              <a:lnSpc>
                <a:spcPct val="2000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根因：公司越大，企业中的利益分配越难处理此类问题。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供应链三道防线_05_公司表征_20260806_1643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供应链三道防线_06_需求预测要点_20260806_1644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供应链三道防线_07_计划岗价值_20260806_1644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供应链三道防线_08_VMI背景_20260806_1645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供应链三道防线_09_VMI实践_20260806_16453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153</Words>
  <Application>Microsoft Office PowerPoint</Application>
  <PresentationFormat>宽屏</PresentationFormat>
  <Paragraphs>7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2" baseType="lpstr">
      <vt:lpstr>微软雅黑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Administrator</cp:lastModifiedBy>
  <cp:revision>2</cp:revision>
  <dcterms:created xsi:type="dcterms:W3CDTF">2013-01-27T09:14:16Z</dcterms:created>
  <dcterms:modified xsi:type="dcterms:W3CDTF">2026-08-06T08:57:42Z</dcterms:modified>
  <cp:category/>
</cp:coreProperties>
</file>