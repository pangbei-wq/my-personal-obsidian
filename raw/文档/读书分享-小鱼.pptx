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340"/>
            <a:ext cx="12192000" cy="64973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苹方-简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coco</cp:lastModifiedBy>
  <cp:revision>165</cp:revision>
  <dcterms:created xsi:type="dcterms:W3CDTF">2026-08-07T04:58:00Z</dcterms:created>
  <dcterms:modified xsi:type="dcterms:W3CDTF">2026-08-07T05:06:19Z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4EF6B1DB6FFD46728F9C85579C40CEBE_13</vt:lpwstr>
  </property>
</Properties>
</file>